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1980" y="1756954"/>
            <a:ext cx="8915399" cy="2262781"/>
          </a:xfrm>
        </p:spPr>
        <p:txBody>
          <a:bodyPr>
            <a:normAutofit/>
          </a:bodyPr>
          <a:lstStyle/>
          <a:p>
            <a:r>
              <a:rPr lang="en-US" sz="8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System Calls</a:t>
            </a:r>
            <a:endParaRPr lang="en-US" sz="8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chemeClr val="tx1"/>
                </a:solidFill>
              </a:rPr>
              <a:t>Presented By:</a:t>
            </a:r>
          </a:p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Komal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S. </a:t>
            </a:r>
            <a:r>
              <a:rPr lang="en-US" b="1" dirty="0" err="1" smtClean="0">
                <a:solidFill>
                  <a:schemeClr val="tx1"/>
                </a:solidFill>
              </a:rPr>
              <a:t>Kallanagoudar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26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Presentation Outline</a:t>
            </a:r>
            <a:endParaRPr lang="en-US" sz="4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6514" y="2094412"/>
            <a:ext cx="8915400" cy="377762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rial Narrow" panose="020B0606020202030204" pitchFamily="34" charset="0"/>
              </a:rPr>
              <a:t>What are system </a:t>
            </a:r>
            <a:r>
              <a:rPr lang="en-US" sz="3200" dirty="0" smtClean="0">
                <a:latin typeface="Arial Narrow" panose="020B0606020202030204" pitchFamily="34" charset="0"/>
              </a:rPr>
              <a:t>calls</a:t>
            </a:r>
            <a:endParaRPr lang="en-US" sz="3200" dirty="0" smtClean="0">
              <a:latin typeface="Arial Narrow" panose="020B0606020202030204" pitchFamily="34" charset="0"/>
            </a:endParaRPr>
          </a:p>
          <a:p>
            <a:r>
              <a:rPr lang="en-US" sz="3200" dirty="0" smtClean="0">
                <a:latin typeface="Arial Narrow" panose="020B0606020202030204" pitchFamily="34" charset="0"/>
              </a:rPr>
              <a:t>How system calls are </a:t>
            </a:r>
            <a:r>
              <a:rPr lang="en-US" sz="3200" dirty="0" smtClean="0">
                <a:latin typeface="Arial Narrow" panose="020B0606020202030204" pitchFamily="34" charset="0"/>
              </a:rPr>
              <a:t>used</a:t>
            </a:r>
            <a:endParaRPr lang="en-US" sz="3200" dirty="0" smtClean="0">
              <a:latin typeface="Arial Narrow" panose="020B0606020202030204" pitchFamily="34" charset="0"/>
            </a:endParaRPr>
          </a:p>
          <a:p>
            <a:r>
              <a:rPr lang="en-US" sz="3200" dirty="0" smtClean="0">
                <a:latin typeface="Arial Narrow" panose="020B0606020202030204" pitchFamily="34" charset="0"/>
              </a:rPr>
              <a:t>Types of system calls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136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What are System calls</a:t>
            </a:r>
            <a:endParaRPr lang="en-US" sz="4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Arial Narrow" panose="020B0606020202030204" pitchFamily="34" charset="0"/>
              </a:rPr>
              <a:t>System call provides interface to services made available by an operating system.</a:t>
            </a:r>
          </a:p>
          <a:p>
            <a:r>
              <a:rPr lang="en-US" sz="3200" dirty="0" smtClean="0">
                <a:latin typeface="Arial Narrow" panose="020B0606020202030204" pitchFamily="34" charset="0"/>
              </a:rPr>
              <a:t>Written in high-level language(C or C</a:t>
            </a:r>
            <a:r>
              <a:rPr lang="en-US" sz="3200" dirty="0" smtClean="0">
                <a:latin typeface="Arial Narrow" panose="020B0606020202030204" pitchFamily="34" charset="0"/>
              </a:rPr>
              <a:t>++).</a:t>
            </a:r>
          </a:p>
          <a:p>
            <a:endParaRPr lang="en-US" sz="24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sz="2400" dirty="0" smtClean="0">
              <a:latin typeface="Arial Narrow" panose="020B0606020202030204" pitchFamily="34" charset="0"/>
            </a:endParaRPr>
          </a:p>
          <a:p>
            <a:endParaRPr lang="en-US" sz="2400" dirty="0" smtClean="0">
              <a:latin typeface="Arial Narrow" panose="020B0606020202030204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8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46038"/>
          </a:xfrm>
        </p:spPr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How </a:t>
            </a:r>
            <a:r>
              <a:rPr lang="en-US" dirty="0">
                <a:solidFill>
                  <a:schemeClr val="accent1"/>
                </a:solidFill>
                <a:latin typeface="Algerian" panose="04020705040A02060702" pitchFamily="82" charset="0"/>
              </a:rPr>
              <a:t>system calls are used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10789"/>
            <a:ext cx="8915400" cy="4500433"/>
          </a:xfrm>
        </p:spPr>
        <p:txBody>
          <a:bodyPr/>
          <a:lstStyle/>
          <a:p>
            <a:r>
              <a:rPr lang="en-US" sz="2400" dirty="0" smtClean="0">
                <a:latin typeface="Arial Narrow" panose="020B0606020202030204" pitchFamily="34" charset="0"/>
              </a:rPr>
              <a:t>Example : How system calls are used.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16" b="100000" l="0" r="100000">
                        <a14:foregroundMark x1="6349" y1="3878" x2="17593" y2="8980"/>
                        <a14:foregroundMark x1="80556" y1="7347" x2="96693" y2="8776"/>
                        <a14:foregroundMark x1="23942" y1="8980" x2="75794" y2="89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331" y="1871080"/>
            <a:ext cx="7367452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6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Types Of System Calls</a:t>
            </a:r>
            <a:endParaRPr lang="en-US" sz="40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92" b="98253" l="2695" r="9800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084" y="1763486"/>
            <a:ext cx="8880720" cy="4389119"/>
          </a:xfrm>
        </p:spPr>
      </p:pic>
    </p:spTree>
    <p:extLst>
      <p:ext uri="{BB962C8B-B14F-4D97-AF65-F5344CB8AC3E}">
        <p14:creationId xmlns:p14="http://schemas.microsoft.com/office/powerpoint/2010/main" val="218388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1" y="2416629"/>
            <a:ext cx="8911687" cy="219456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sz="7200" dirty="0" smtClean="0">
                <a:solidFill>
                  <a:schemeClr val="accent1"/>
                </a:solidFill>
                <a:latin typeface="Algerian" panose="04020705040A02060702" pitchFamily="82" charset="0"/>
              </a:rPr>
              <a:t>Thank You</a:t>
            </a:r>
            <a:endParaRPr lang="en-US" sz="7200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9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309</TotalTime>
  <Words>68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Narrow</vt:lpstr>
      <vt:lpstr>Century Gothic</vt:lpstr>
      <vt:lpstr>Wingdings 3</vt:lpstr>
      <vt:lpstr>Wisp</vt:lpstr>
      <vt:lpstr>System Calls</vt:lpstr>
      <vt:lpstr>Presentation Outline</vt:lpstr>
      <vt:lpstr>What are System calls</vt:lpstr>
      <vt:lpstr>How system calls are used </vt:lpstr>
      <vt:lpstr>Types Of System Calls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</dc:title>
  <dc:creator>Lenovo-PC</dc:creator>
  <cp:lastModifiedBy>Lenovo-PC</cp:lastModifiedBy>
  <cp:revision>19</cp:revision>
  <dcterms:created xsi:type="dcterms:W3CDTF">2023-04-09T10:41:56Z</dcterms:created>
  <dcterms:modified xsi:type="dcterms:W3CDTF">2023-04-09T17:46:35Z</dcterms:modified>
</cp:coreProperties>
</file>