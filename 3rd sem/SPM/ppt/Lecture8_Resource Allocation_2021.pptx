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B3128-46BE-4F05-B90D-E0A81F2C74CE}" type="datetimeFigureOut">
              <a:rPr lang="en-IN" smtClean="0"/>
              <a:t>14-08-2021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1995B-7B11-49A8-9854-153F0D04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8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613" y="188914"/>
            <a:ext cx="9603275" cy="104923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613" y="1357810"/>
            <a:ext cx="9603275" cy="4719605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79620" y="6540535"/>
            <a:ext cx="1531711" cy="309201"/>
          </a:xfrm>
        </p:spPr>
        <p:txBody>
          <a:bodyPr/>
          <a:lstStyle>
            <a:lvl1pPr>
              <a:defRPr>
                <a:solidFill>
                  <a:srgbClr val="FFFF99"/>
                </a:solidFill>
              </a:defRPr>
            </a:lvl1pPr>
          </a:lstStyle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40536"/>
            <a:ext cx="9709970" cy="309201"/>
          </a:xfrm>
        </p:spPr>
        <p:txBody>
          <a:bodyPr/>
          <a:lstStyle>
            <a:lvl1pPr>
              <a:defRPr>
                <a:solidFill>
                  <a:srgbClr val="FFFF99"/>
                </a:solidFill>
              </a:defRPr>
            </a:lvl1pPr>
          </a:lstStyle>
          <a:p>
            <a:r>
              <a:rPr lang="en-US" dirty="0" smtClean="0"/>
              <a:t>Software Project Management     			Dr. D Evangelin </a:t>
            </a:r>
            <a:r>
              <a:rPr lang="en-US" dirty="0" err="1" smtClean="0"/>
              <a:t>Geetha</a:t>
            </a:r>
            <a:r>
              <a:rPr lang="en-US" dirty="0" smtClean="0"/>
              <a:t>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80981" y="6354422"/>
            <a:ext cx="811019" cy="503578"/>
          </a:xfrm>
        </p:spPr>
        <p:txBody>
          <a:bodyPr/>
          <a:lstStyle>
            <a:lvl1pPr>
              <a:defRPr>
                <a:solidFill>
                  <a:srgbClr val="FFFF99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55B9-FA51-4411-87D8-44ACED93EF72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A8FB8-F6B0-41B0-A3F4-07F1FC2B943D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D7D40-E4FA-43D7-A9DE-7674D2FC2A01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7A70B-796A-49AD-954D-B8764ECDAEE2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5BC-680C-49FE-8E89-3D35E893DBD2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9E84-D0BA-40A4-A461-BD469FDC55D3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CD90FD9-1396-41D1-B86E-62856B689DD8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304D-F6A7-4648-AF13-2FB84F99A0E0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F86E-1564-4047-93C0-85590B14E86A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29CA3-CF9D-4FAE-9096-333EC8E1C0D6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80" y="0"/>
            <a:ext cx="8637073" cy="2541431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Software Project Management </a:t>
            </a:r>
            <a:br>
              <a:rPr lang="en-IN" dirty="0" smtClean="0"/>
            </a:br>
            <a:r>
              <a:rPr lang="en-IN" sz="6000" dirty="0" smtClean="0">
                <a:solidFill>
                  <a:srgbClr val="0000CC"/>
                </a:solidFill>
              </a:rPr>
              <a:t>resource allocation</a:t>
            </a:r>
            <a:endParaRPr lang="en-IN" sz="6000" dirty="0">
              <a:solidFill>
                <a:srgbClr val="0000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44438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 smtClean="0"/>
              <a:t>Dr.</a:t>
            </a:r>
            <a:r>
              <a:rPr lang="en-IN" dirty="0" smtClean="0"/>
              <a:t> D Evangelin </a:t>
            </a:r>
            <a:r>
              <a:rPr lang="en-IN" dirty="0" err="1" smtClean="0"/>
              <a:t>geetha</a:t>
            </a:r>
            <a:endParaRPr lang="en-IN" dirty="0" smtClean="0"/>
          </a:p>
          <a:p>
            <a:r>
              <a:rPr lang="en-IN" dirty="0" smtClean="0"/>
              <a:t>Associate professor</a:t>
            </a:r>
          </a:p>
          <a:p>
            <a:r>
              <a:rPr lang="en-IN" dirty="0" smtClean="0"/>
              <a:t>Department of master of computer applications</a:t>
            </a:r>
          </a:p>
          <a:p>
            <a:r>
              <a:rPr lang="en-IN" dirty="0" err="1" smtClean="0"/>
              <a:t>Ramaiak</a:t>
            </a:r>
            <a:r>
              <a:rPr lang="en-IN" dirty="0" smtClean="0"/>
              <a:t> institute of technology</a:t>
            </a:r>
          </a:p>
          <a:p>
            <a:r>
              <a:rPr lang="en-IN" dirty="0" smtClean="0"/>
              <a:t>Bangalore - 560054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00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613" y="188914"/>
            <a:ext cx="9603275" cy="591671"/>
          </a:xfrm>
        </p:spPr>
        <p:txBody>
          <a:bodyPr/>
          <a:lstStyle/>
          <a:p>
            <a:r>
              <a:rPr lang="en-IN" dirty="0" smtClean="0"/>
              <a:t>Learning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613" y="1773044"/>
            <a:ext cx="9603275" cy="4304371"/>
          </a:xfrm>
        </p:spPr>
        <p:txBody>
          <a:bodyPr/>
          <a:lstStyle/>
          <a:p>
            <a:r>
              <a:rPr lang="en-IN" dirty="0" smtClean="0"/>
              <a:t>Identify the resources required for a project</a:t>
            </a:r>
          </a:p>
          <a:p>
            <a:r>
              <a:rPr lang="en-IN" dirty="0" smtClean="0"/>
              <a:t>Make the demand for resources more even throughout the life of a project</a:t>
            </a:r>
          </a:p>
          <a:p>
            <a:r>
              <a:rPr lang="en-IN" dirty="0" smtClean="0"/>
              <a:t>Produce a work plan and resource schedule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Dr. D Evangelin Geetha      Dept. of MCA       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39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613" y="188914"/>
            <a:ext cx="9603275" cy="705775"/>
          </a:xfrm>
        </p:spPr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Result of resource allocation</a:t>
            </a:r>
          </a:p>
          <a:p>
            <a:pPr lvl="1"/>
            <a:r>
              <a:rPr lang="en-IN" dirty="0" smtClean="0"/>
              <a:t>Activity schedule</a:t>
            </a:r>
          </a:p>
          <a:p>
            <a:pPr lvl="1"/>
            <a:r>
              <a:rPr lang="en-IN" dirty="0" smtClean="0"/>
              <a:t>Resource schedule</a:t>
            </a:r>
          </a:p>
          <a:p>
            <a:pPr lvl="1"/>
            <a:r>
              <a:rPr lang="en-IN" dirty="0" smtClean="0"/>
              <a:t>Cost schedule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6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613" y="188914"/>
            <a:ext cx="9603275" cy="705775"/>
          </a:xfrm>
        </p:spPr>
        <p:txBody>
          <a:bodyPr/>
          <a:lstStyle/>
          <a:p>
            <a:r>
              <a:rPr lang="en-IN" dirty="0" smtClean="0"/>
              <a:t>Nature of resources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613" y="1081668"/>
            <a:ext cx="9603275" cy="4995747"/>
          </a:xfrm>
        </p:spPr>
        <p:txBody>
          <a:bodyPr/>
          <a:lstStyle/>
          <a:p>
            <a:r>
              <a:rPr lang="en-IN" dirty="0" smtClean="0"/>
              <a:t>Labour</a:t>
            </a:r>
          </a:p>
          <a:p>
            <a:r>
              <a:rPr lang="en-IN" dirty="0" smtClean="0"/>
              <a:t>Equipment</a:t>
            </a:r>
          </a:p>
          <a:p>
            <a:r>
              <a:rPr lang="en-IN" dirty="0" smtClean="0"/>
              <a:t>Materials</a:t>
            </a:r>
          </a:p>
          <a:p>
            <a:r>
              <a:rPr lang="en-IN" dirty="0" smtClean="0"/>
              <a:t>Space</a:t>
            </a:r>
          </a:p>
          <a:p>
            <a:r>
              <a:rPr lang="en-IN" dirty="0" smtClean="0"/>
              <a:t>Services</a:t>
            </a:r>
          </a:p>
          <a:p>
            <a:r>
              <a:rPr lang="en-IN" dirty="0" smtClean="0"/>
              <a:t>Time</a:t>
            </a:r>
          </a:p>
          <a:p>
            <a:r>
              <a:rPr lang="en-IN" dirty="0" smtClean="0"/>
              <a:t>Money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8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Identifying resource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Resource requirements list</a:t>
            </a:r>
          </a:p>
          <a:p>
            <a:pPr lvl="1"/>
            <a:r>
              <a:rPr lang="en-IN" dirty="0" smtClean="0"/>
              <a:t>Stage	- All			</a:t>
            </a:r>
          </a:p>
          <a:p>
            <a:pPr lvl="1"/>
            <a:r>
              <a:rPr lang="en-IN" dirty="0" smtClean="0"/>
              <a:t>Activity – Project Manager</a:t>
            </a:r>
          </a:p>
          <a:p>
            <a:pPr lvl="1"/>
            <a:r>
              <a:rPr lang="en-IN" dirty="0" smtClean="0"/>
              <a:t>Days     - 104 Days</a:t>
            </a:r>
          </a:p>
          <a:p>
            <a:pPr lvl="1"/>
            <a:r>
              <a:rPr lang="en-IN" dirty="0" smtClean="0"/>
              <a:t>Quantity  - 1</a:t>
            </a:r>
          </a:p>
          <a:p>
            <a:pPr lvl="1"/>
            <a:r>
              <a:rPr lang="en-IN" dirty="0" smtClean="0"/>
              <a:t>Notes </a:t>
            </a:r>
          </a:p>
          <a:p>
            <a:pPr lvl="1"/>
            <a:r>
              <a:rPr lang="en-IN" dirty="0" err="1" smtClean="0"/>
              <a:t>E.g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4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13" y="100361"/>
            <a:ext cx="7837387" cy="603281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75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62" y="1"/>
            <a:ext cx="10549054" cy="607695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4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resources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Ordered list priority</a:t>
            </a:r>
          </a:p>
          <a:p>
            <a:pPr lvl="1"/>
            <a:r>
              <a:rPr lang="en-IN" dirty="0" smtClean="0"/>
              <a:t>Shortest critical activity</a:t>
            </a:r>
          </a:p>
          <a:p>
            <a:pPr lvl="1"/>
            <a:r>
              <a:rPr lang="en-IN" dirty="0" smtClean="0"/>
              <a:t>Critical activities</a:t>
            </a:r>
          </a:p>
          <a:p>
            <a:pPr lvl="1"/>
            <a:r>
              <a:rPr lang="en-IN" dirty="0" smtClean="0"/>
              <a:t>Shortest non-critical activities</a:t>
            </a:r>
          </a:p>
          <a:p>
            <a:pPr lvl="1"/>
            <a:r>
              <a:rPr lang="en-IN" dirty="0" smtClean="0"/>
              <a:t>Non-critical activity with least float</a:t>
            </a:r>
          </a:p>
          <a:p>
            <a:pPr lvl="1"/>
            <a:r>
              <a:rPr lang="en-IN" dirty="0" smtClean="0"/>
              <a:t>Non-critical activities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56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Creating critical paths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22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613" y="188914"/>
            <a:ext cx="9603275" cy="705775"/>
          </a:xfrm>
        </p:spPr>
        <p:txBody>
          <a:bodyPr/>
          <a:lstStyle/>
          <a:p>
            <a:r>
              <a:rPr lang="en-IN" dirty="0" smtClean="0"/>
              <a:t>Counting the cost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673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Being specific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Availability</a:t>
            </a:r>
          </a:p>
          <a:p>
            <a:r>
              <a:rPr lang="en-IN" dirty="0" smtClean="0"/>
              <a:t>Criticality</a:t>
            </a:r>
          </a:p>
          <a:p>
            <a:r>
              <a:rPr lang="en-IN" dirty="0" smtClean="0"/>
              <a:t>Risk</a:t>
            </a:r>
          </a:p>
          <a:p>
            <a:r>
              <a:rPr lang="en-IN" dirty="0" smtClean="0"/>
              <a:t>Training</a:t>
            </a:r>
          </a:p>
          <a:p>
            <a:r>
              <a:rPr lang="en-IN" dirty="0" smtClean="0"/>
              <a:t>Team building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05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613" y="188914"/>
            <a:ext cx="9603275" cy="602823"/>
          </a:xfrm>
        </p:spPr>
        <p:txBody>
          <a:bodyPr/>
          <a:lstStyle/>
          <a:p>
            <a:r>
              <a:rPr lang="en-IN" dirty="0" smtClean="0"/>
              <a:t>Publishing the resource schedule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613" y="1215483"/>
            <a:ext cx="9603275" cy="486193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8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Cost schedules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Staff costs</a:t>
            </a:r>
          </a:p>
          <a:p>
            <a:r>
              <a:rPr lang="en-IN" dirty="0" smtClean="0"/>
              <a:t>Overheads</a:t>
            </a:r>
          </a:p>
          <a:p>
            <a:r>
              <a:rPr lang="en-IN" dirty="0" smtClean="0"/>
              <a:t>Usage charges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88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Scheduling sequence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118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00" y="1"/>
            <a:ext cx="9603275" cy="45456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9911349"/>
              </p:ext>
            </p:extLst>
          </p:nvPr>
        </p:nvGraphicFramePr>
        <p:xfrm>
          <a:off x="1306511" y="1357313"/>
          <a:ext cx="764792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980">
                  <a:extLst>
                    <a:ext uri="{9D8B030D-6E8A-4147-A177-3AD203B41FA5}">
                      <a16:colId xmlns:a16="http://schemas.microsoft.com/office/drawing/2014/main" val="3028180061"/>
                    </a:ext>
                  </a:extLst>
                </a:gridCol>
                <a:gridCol w="1911980">
                  <a:extLst>
                    <a:ext uri="{9D8B030D-6E8A-4147-A177-3AD203B41FA5}">
                      <a16:colId xmlns:a16="http://schemas.microsoft.com/office/drawing/2014/main" val="1296094282"/>
                    </a:ext>
                  </a:extLst>
                </a:gridCol>
                <a:gridCol w="1911980">
                  <a:extLst>
                    <a:ext uri="{9D8B030D-6E8A-4147-A177-3AD203B41FA5}">
                      <a16:colId xmlns:a16="http://schemas.microsoft.com/office/drawing/2014/main" val="2812628391"/>
                    </a:ext>
                  </a:extLst>
                </a:gridCol>
                <a:gridCol w="1911980">
                  <a:extLst>
                    <a:ext uri="{9D8B030D-6E8A-4147-A177-3AD203B41FA5}">
                      <a16:colId xmlns:a16="http://schemas.microsoft.com/office/drawing/2014/main" val="967552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Activity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Duration (Days)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Depends 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Resource type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53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85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298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69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89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8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B, D, E,</a:t>
                      </a:r>
                      <a:r>
                        <a:rPr lang="en-IN" baseline="0" dirty="0" smtClean="0"/>
                        <a:t> 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8667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D7ED-4D6F-441B-A7AA-E3D1E9A9B49C}" type="datetime3">
              <a:rPr lang="en-US" smtClean="0"/>
              <a:t>14 August 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    			Dr. D Evangelin Geetha      			Dept. of MCA       			RIT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83112" y="4323097"/>
            <a:ext cx="7192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 – systems </a:t>
            </a:r>
            <a:r>
              <a:rPr lang="en-IN" dirty="0" smtClean="0"/>
              <a:t>analyst </a:t>
            </a:r>
            <a:r>
              <a:rPr lang="en-IN" dirty="0"/>
              <a:t>SD-systems designer SC – Software coder </a:t>
            </a:r>
          </a:p>
          <a:p>
            <a:r>
              <a:rPr lang="en-US" dirty="0"/>
              <a:t>Assume that there is only one systems </a:t>
            </a:r>
            <a:r>
              <a:rPr lang="en-US" dirty="0" smtClean="0"/>
              <a:t>designer, 1 systems analyst and 2 software coder</a:t>
            </a:r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) Schedule the project and show your results in the form of a bar chart and resource histogram. </a:t>
            </a:r>
          </a:p>
          <a:p>
            <a:r>
              <a:rPr lang="en-US" dirty="0"/>
              <a:t>ii) Identify the best way of revising the plan to remove resource clashes. </a:t>
            </a:r>
          </a:p>
          <a:p>
            <a:r>
              <a:rPr lang="en-IN" dirty="0"/>
              <a:t>	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483112" y="892098"/>
            <a:ext cx="768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Draw an activity network for the activities below. Identify critical path.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514709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2203</TotalTime>
  <Words>325</Words>
  <Application>Microsoft Office PowerPoint</Application>
  <PresentationFormat>Widescreen</PresentationFormat>
  <Paragraphs>133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Gill Sans MT</vt:lpstr>
      <vt:lpstr>Gallery</vt:lpstr>
      <vt:lpstr>Software Project Management  resource allocation</vt:lpstr>
      <vt:lpstr>Learning objectives</vt:lpstr>
      <vt:lpstr>introduction</vt:lpstr>
      <vt:lpstr>Nature of resources</vt:lpstr>
      <vt:lpstr>Identifying resource requirements</vt:lpstr>
      <vt:lpstr>PowerPoint Presentation</vt:lpstr>
      <vt:lpstr>PowerPoint Presentation</vt:lpstr>
      <vt:lpstr>Scheduling resources</vt:lpstr>
      <vt:lpstr>Creating critical paths</vt:lpstr>
      <vt:lpstr>Counting the cost</vt:lpstr>
      <vt:lpstr>Being specific </vt:lpstr>
      <vt:lpstr>Publishing the resource schedule</vt:lpstr>
      <vt:lpstr>Cost schedules</vt:lpstr>
      <vt:lpstr>Scheduling sequence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Management</dc:title>
  <dc:creator>Evangelin D</dc:creator>
  <cp:lastModifiedBy>Evangelin D</cp:lastModifiedBy>
  <cp:revision>272</cp:revision>
  <dcterms:created xsi:type="dcterms:W3CDTF">2019-08-23T04:10:40Z</dcterms:created>
  <dcterms:modified xsi:type="dcterms:W3CDTF">2021-08-14T04:05:46Z</dcterms:modified>
</cp:coreProperties>
</file>